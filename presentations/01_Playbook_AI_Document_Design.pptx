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indent="0" marL="0">
              <a:buNone/>
            </a:pPr>
            <a:r>
              <a:rPr lang="en-US" sz="2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914400" cy="146304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ออกแบบเอกสารนำเสนอ &amp; ฝึกอบรมด้วย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จากความรู้ดิบ → สไลด์พร้อมใช้ (PPTX/PDF) ปรับได้ตั้งแต่ระดับผู้บริหารถึงผู้ปฏิบัติงาน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9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เรียบเรียงเพื่อทีม Technical Presales · ใช้ร่วมกับ Cowork / Claude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ทำไมต้องใช้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ทำไมต้องให้ AI ช่วยทำเอกสาร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5564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5–10x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เร็วขึ้นในการร่างฉบับแรก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55448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1578" y="175564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54730" y="251460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มาตรฐาน/ธีมเดียวทั้งองค์กร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55448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3076" y="175564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ระดับ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96228" y="251460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ปรับผู้บริหาร↔ผู้ใช้งานจากเนื้อหาเดียว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3134" y="155448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4574" y="175564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∞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37726" y="251460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แก้ซ้ำ-อัปเดตได้ไม่จำกัด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ตัวเลขเชิงประกอบเพื่อสื่อแนวคิด — เน้นลดเวลางานซ้ำ ให้เวลาไปโฟกัสเนื้อหาและลูกค้า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เดิม: ทำสไลด์/คู่มือด้วยมือ ใช้เวลานาน รูปแบบไม่นิ่ง อัปเดตยาก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ใหม่: ให้ AI ร่างโครง+เนื้อหา+ไดอะแกรม แล้วเราตรวจและปรับ — เร็วและสม่ำเสมอ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เหมาะกับงาน presales: ข้อเสนอ, คู่มือระบบ, ฝึกอบรม, รายงานผู้บริหาร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แนวคิดหลัก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แนวคิดหลัก 4 ข้อ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3108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64008" cy="310896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4708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35000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เริ่มจากเป้าหมาย &amp; ผู้ฟัง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2807208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รู้ว่าใครดู ต้องการตัดสินใจ/ทำอะไร ก่อนลงมือ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3108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1645920"/>
            <a:ext cx="64008" cy="310896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91306" y="184708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7026" y="235000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เนื้อหาก่อนความสวย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37026" y="2807208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จัดสารให้ถูกต้องครบก่อน แล้วค่อยตกแต่ง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1636" y="1645920"/>
            <a:ext cx="2567178" cy="3108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645920"/>
            <a:ext cx="64008" cy="310896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32804" y="184708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8524" y="235000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สไลด์ = 1 ใจความ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78524" y="2807208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หนึ่งประเด็นต่อสไลด์ มีพาดหัวที่สรุปสาระ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73134" y="1645920"/>
            <a:ext cx="2567178" cy="3108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3134" y="1645920"/>
            <a:ext cx="64008" cy="310896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22" name="Text 20"/>
          <p:cNvSpPr/>
          <p:nvPr/>
        </p:nvSpPr>
        <p:spPr>
          <a:xfrm>
            <a:off x="9274302" y="1847088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0022" y="235000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วนรอบเร็ว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0022" y="2807208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 → ดู → แก้ ถี่ๆ ดีกว่ารอให้สมบูรณ์ทีเดียว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ภาพรวมขั้นตอน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ขั้นตอนการทำงาน 6 สเต็ป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กำหนดเป้าหมาย &amp; ผู้ฟัง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078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366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26136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9537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รวบรวมวัตถุดิบ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1292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580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44958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7751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วางโครงเรื่อง (storyline)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94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965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ร่างสไลด์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7720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008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23" name="Text 21"/>
          <p:cNvSpPr/>
          <p:nvPr/>
        </p:nvSpPr>
        <p:spPr>
          <a:xfrm>
            <a:off x="82600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4179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ใส่ภาพ &amp; ไดอะแกรม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59340" y="182880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2220" y="201168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222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23932" y="2505456"/>
            <a:ext cx="13700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+ ส่งออก PPTX/PDF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ทำซ้ำเป็นวงจร: ยิ่งวนรอบ feedback เร็ว ผลลัพธ์ยิ่งตรงเป้า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3514344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20624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" y="440740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5528" y="4864608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ความรู้ในหัว, ข้อมูล, ภาพหน้าจอ, เอกสารเดิม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37304" y="4206240"/>
            <a:ext cx="3514344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37304" y="420624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84192" y="440740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ช่วย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84192" y="4864608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ร่างโครง, เขียนสไลด์, ทำไดอะแกรม, จัดธีม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25968" y="4206240"/>
            <a:ext cx="3514344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25968" y="420624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40" name="Text 38"/>
          <p:cNvSpPr/>
          <p:nvPr/>
        </p:nvSpPr>
        <p:spPr>
          <a:xfrm>
            <a:off x="8372856" y="440740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372856" y="4864608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PPTX/PDF แก้ต่อได้ พร้อมนำเสนอ/อบรม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กำหนดเป้าหมาย &amp; ผู้ฟัง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362956" cy="548640"/>
          </a:xfrm>
          <a:prstGeom prst="rect">
            <a:avLst/>
          </a:prstGeom>
          <a:solidFill>
            <a:srgbClr val="1628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 — ต้องการ 'ทำไม/คุ้มไหม'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ภาพใหญ่ ผลลัพธ์ ความเสี่ยง การตัดสินใจ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ตัวเลขสำคัญน้อยแต่คม (ROI, มาร์จิ้น, เวลา)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สั้น กระชับ มี 'สิ่งที่ขออนุมัติ' ชัด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ความยาว ~8–12 สไลด์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1554480"/>
            <a:ext cx="5362956" cy="54864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6460236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ผู้ใช้งาน — ต้องการ 'ทำอย่างไร'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5956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ขั้นตอนเป็นลำดับ + ภาพหน้าจอจริง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 เคสจริง ข้อควรระวัง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เช็กลิสต์/แบบฝึกให้ลงมือทำได้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ความยาวตามจำนวนขั้นตอนจริง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รวบรวมวัตถุดิบ (Source material)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&amp; ตัวเลข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สถิติ, ต้นทุน, KPI, ผลลัพธ์ที่อ้างอิงได้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0138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ภาพหน้าจอ/ของจริง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หน้าจอระบบ, แบบฟอร์ม, ผลงานตัวอย่าง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ความรู้ผู้เชี่ยวชาญ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สิ่งที่อยู่ในหัว SME, ขั้นตอนจริง, เหตุผล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3134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ของเดิมที่มี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เอกสาร/สไลด์เก่า, เทมเพลตแบรนด์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ยิ่งวัตถุดิบครบและถูกต้อง ผลลัพธ์ยิ่งดี — AI ขยายความได้ แต่ข้อเท็จจริงต้องมาจากเรา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ตรวจความถูกต้องของตัวเลข/ข้อมูลอ้างอิงตั้งแต่ขั้นนี้ (อย่าให้ AI เดา)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วางโครงเรื่อง (Storyline)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362956" cy="548640"/>
          </a:xfrm>
          <a:prstGeom prst="rect">
            <a:avLst/>
          </a:prstGeom>
          <a:solidFill>
            <a:srgbClr val="1628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โครงสำหรับผู้บริหาร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— ปัญหา/โอกาส ทำไมต้องสนใจ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— ทางออกโดยสรุป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— ผลลัพธ์/คุ้มค่า/ความเสี่ยง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Ask — สิ่งที่ขอ (อนุมัติ/ทรัพยากร)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1554480"/>
            <a:ext cx="5362956" cy="54864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6460236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โครงสำหรับผู้ใช้งาน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5956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Goal — จบแล้วทำอะไรได้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Steps — ขั้นตอนเรียงลำดับ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Practice — ตัวอย่าง/ลองทำ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Checklist — สรุป + ข้อควรระวัง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 AI ร่างสไลด์ (Prompt ที่ดี)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767669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ระบุบทบาท: "ทำหน้าที่นักออกแบบสไลด์มืออาชีพ"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ระบุผู้ฟัง + เป้าหมาย: ใคร ตัดสินใจอะไร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ระบุโครง/จำนวนสไลด์ + โทน + ภาษา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ระบุรูปแบบไฟล์ที่ต้องการ (PPTX/PDF) และธีม/สีแบรนด์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ขอไดอะแกรมเมื่อเหมาะ (flow, เปรียบเทียบ, KPI)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49060" y="1645920"/>
            <a:ext cx="4991252" cy="3291840"/>
          </a:xfrm>
          <a:prstGeom prst="rect">
            <a:avLst/>
          </a:prstGeom>
          <a:solidFill>
            <a:srgbClr val="16284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77660" y="1828800"/>
            <a:ext cx="4534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ตัวอย่างคำสั่ง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77660" y="2286000"/>
            <a:ext cx="45340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"ออกแบบสไลด์ 10 หน้า สำหรับผู้บริหาร เรื่องระบบประเมินต้นทุนใหม่ โทนมืออาชีพ สีแบรนด์แดง #E8332E เน้นคุณค่า/ความเสี่ยง/สิ่งที่ขออนุมัติ ส่งออกเป็น PowerPoint พร้อมไดอะแกรม flow"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 &amp; ไดอะแกรม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 flow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ขั้นตอน/ลำดับงานเป็นบล็อกมีลูกศร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0138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ก่อน/หลัง, ตาราง, สองคอลัมน์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callouts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ตัวเลขใหญ่เน้นจุดสำคัญ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3134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แท่ง/เส้น/วงกลม จากข้อมูลจริง (แก้ได้)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ทุกสไลด์ควรมีองค์ประกอบภาพอย่างน้อย 1 อย่าง — เลี่ยงสไลด์ตัวหนังสือล้วน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เครื่องมือ: ไดอะแกรมในตัว PPTX, กราฟ native (แก้ได้), หรือ canvas-design สำหรับภาพงานออกแบบ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สเต็ป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(QA) + ส่งออก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ตรวจเนื้อหา: ครบ ถูกต้อง เรียงลำดับดี ไม่มีข้อความค้าง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ตรวจสายตา: ไม่ล้นกล่อง ไม่ทับซ้อน ตัวอักษรอ่านง่าย ตัดกันชัด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ตรวจความตรงเป้าผู้ฟัง: ผู้บริหารสั้น/ผู้ใช้งานละเอียด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ส่งออก: PPTX (แก้ต่อได้) และ/หรือ PDF (ส่ง/พิมพ์)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เก็บเป็นเทมเพลตไว้ใช้ซ้ำในงานหน้า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ปรับตามผู้ฟัง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 vs ผู้ใช้งาน — สรุปความต่าง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4103919"/>
                <a:gridCol w="410391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ประเด็น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ผู้บริหาร (Executive)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ผู้ใช้งาน (User)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คำถามหลัก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ทำไม / คุ้มไหม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ทำอย่างไร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เนื้อหา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ภาพใหญ่ ผลลัพธ์ ความเสี่ยง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ขั้นตอน หน้าจอ ตัวอย่าง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ตัวเลข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น้อยแต่คม (ROI/มาร์จิ้น)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อ้างอิงในขั้นตอนจริง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ไดอะแกรมภาพรวม/KPI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ภาพหน้าจอ + เช็กลิสต์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ความยาว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สั้น (8–12 สไลด์)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ตามจำนวนขั้นตอน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จบด้วย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สิ่งที่ขออนุมัติ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สรุป + ลองทำ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เครื่องมือใน Cowork / Claude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pptx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สร้าง/แก้สไลด์ .pptx ปลายทางหลักของงานนี้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0138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รวม/แยก/สร้าง PDF สำหรับส่ง-พิมพ์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canvas-design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ภาพ/โปสเตอร์งานออกแบบเป็น PNG/PDF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3134" y="1645920"/>
            <a:ext cx="64008" cy="1828800"/>
          </a:xfrm>
          <a:prstGeom prst="rect">
            <a:avLst/>
          </a:prstGeom>
          <a:solidFill>
            <a:srgbClr val="E8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web-artifacts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สไลด์/แดชบอร์ด HTML แบบโต้ตอบ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เริ่มที่ pptx เมื่อปลายทางคือ PowerPoint; ใช้ pdf เมื่อจะส่ง/พิมพ์อย่างเดียว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canvas-design เมื่อต้องการภาพประกอบสวยเป็นพิเศษ แล้วแทรกในสไลด์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เช็กลิสต์ก่อนส่ง &amp; เริ่มใช้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pPr algn="r" indent="0" marL="0">
              <a:buNone/>
            </a:pP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655003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☑ ผู้ฟัง/เป้าหมายชัด และเนื้อหาตรงระดับ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☑ ทุกสไลด์มีพาดหัวเป็นใจความ + ภาพประกอบ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☑ ตัวเลข/ข้อมูลถูกต้อง ตรวจแล้ว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☑ ไม่มีข้อความล้น/ทับ/ค้าง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☑ ส่งออก PPTX (+PDF) และเก็บเทมเพลต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47310" y="1645920"/>
            <a:ext cx="3993002" cy="3108960"/>
          </a:xfrm>
          <a:prstGeom prst="rect">
            <a:avLst/>
          </a:prstGeom>
          <a:solidFill>
            <a:srgbClr val="FBE7E6"/>
          </a:solidFill>
          <a:ln w="12700">
            <a:solidFill>
              <a:srgbClr val="E833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5910" y="1828800"/>
            <a:ext cx="353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เริ่มเลย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5910" y="2286000"/>
            <a:ext cx="353580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บอกเป้าหมาย ผู้ฟัง และหัวข้อ แล้วให้ AI ร่างชุดแรก จากนั้นวนปรับให้ตรงใจ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Playbook · ออกแบบเอกสารด้วย AI · 1-TO-ALL Technical Presales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Design Playbook</dc:title>
  <dc:subject>PptxGenJS Presentation</dc:subject>
  <dc:creator>1-TO-ALL</dc:creator>
  <cp:lastModifiedBy>1-TO-ALL</cp:lastModifiedBy>
  <cp:revision>1</cp:revision>
  <dcterms:created xsi:type="dcterms:W3CDTF">2026-06-22T02:31:06Z</dcterms:created>
  <dcterms:modified xsi:type="dcterms:W3CDTF">2026-06-22T02:31:06Z</dcterms:modified>
</cp:coreProperties>
</file>