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01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2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914400" cy="146304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Estimated Cost (</a:t>
            </a: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ECS)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2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ระบบประเมินต้นทุน → วิเคราะห์มาร์จิ้น → อนุมัติ → ใบเสนอราคา  ในที่เดียว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9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Technical Presales · แทนการทำงานบน Excel เดิม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ปัญหาเดิม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ทำงานบน Excel — ความเสี่ยงที่มองไม่เห็น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95528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ผิดพลาดง่าย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สูตรหลุด/พิมพ์ผิด เช่นค่าธรรมเนียม Bond เคยคลาดสูงผิดปกติ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3637026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ช้า &amp; ซ้ำซ้อน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026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คัดลอกไฟล์ต่อดีล เวอร์ชันไม่ตรงกัน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6231636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6478524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ตรวจสอบยาก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8524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ไม่มีร่องรอยการอนุมัติ/ประวัติการแก้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3134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9073134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9320022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มาร์จิ้นไม่ชัด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0022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กว่าจะรู้กำไรสุทธิก็ใกล้ปิดดีล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ผลกระทบ: เสี่ยงเสนอราคาต่ำกว่าทุน, อนุมัติไม่เป็นมาตรฐาน, ตรวจย้อนหลังลำบาก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ทางออก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ECS — เว็บแอปบนคลาวด์ มาตรฐานเดียว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2113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ย้ายโมเดลต้นทุนจาก Excel (Rev.2.4.7) มาเป็นระบบเว็บที่คำนวณให้อัตโนมัติ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เห็นกำไรสุทธิ (NPV) และระยะคืนทุนทันทีก่อนเสนอราคา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อนุมัติในระบบตามเกณฑ์มาร์จิ้น/วงเงิน มีร่องรอยตรวจสอบ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ออกใบประเมินต้นทุน (Cost Sheet) และใบเสนอราคา</a:t>
            </a:r>
            <a:r>
              <a:rPr lang="en-US" sz="140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ได้ใน Flow เดียว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03643" y="1645920"/>
            <a:ext cx="4436669" cy="3200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432243" y="1828800"/>
            <a:ext cx="39794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วางบนรากฐานคลาวด์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32243" y="2286000"/>
            <a:ext cx="397946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เว็บแอปสมัยใหม่ (React/Cloud)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ฐานข้อมูลกลาง + สิทธิ์ผู้ใช้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เข้าถึงจากที่ไหนก็ได้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ต่อยอด/เชื่อมระบบอื่นได้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กระบวนการแบบ end-to-end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96896"/>
            <a:ext cx="1746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ประเมินราคา (BOQ)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7208" y="192024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2990088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299008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2596896"/>
            <a:ext cx="1746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คิดต้นทุน/มาร์จิ้น (NPV)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65776" y="192024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5248656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5248656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0368" y="2596896"/>
            <a:ext cx="1746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ใบประเมินต้นทุน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24344" y="192024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7507224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750722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88936" y="2596896"/>
            <a:ext cx="1746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ขออนุมัติ (ตามเกณฑ์)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82912" y="192024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 20"/>
          <p:cNvSpPr/>
          <p:nvPr/>
        </p:nvSpPr>
        <p:spPr>
          <a:xfrm>
            <a:off x="9765792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976579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47504" y="2596896"/>
            <a:ext cx="1746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ใบเสนอราคา + ส่งอีเมล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ข้อมูลเดียว Flow ตลอด</a:t>
            </a: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 — ไม่ต้องคีย์ซ้ำ ลดความผิดพลาดระหว่างขั้น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คุณค่าธุรกิจ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ทำไมคุ้มที่จะใช้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เร็วขึ้น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ประเมิน+ออกเอกสารในที่เดียว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138" y="164592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3481578" y="184708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มาร์จิ้นชัด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54730" y="26060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เห็นกำไรสุทธิ (NPV) ก่อนเสนอ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64592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6323076" y="184708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ลดเสี่ยง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96228" y="26060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 ไม่</a:t>
            </a:r>
            <a:r>
              <a:rPr lang="th-TH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ผิดพลาด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3134" y="164592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9164574" y="184708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ตรวจสอบได้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37726" y="26060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อนุมัติ+ประวัติในระบบ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ผลลัพธ์เชิงคุณภาพ — เน้นความถูกต้อง ความเร็ว และการกำกับดูแล (ตัวเลข ROI ปรับตามการใช้งานจริง)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ตัดสินใจราคาบนข้อมูลจริง ลดโอกาสขายต่ำกว่าทุน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กระบวนการอนุมัติเป็นมาตรฐานเดียวทั้งทีม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การกำกับดูแล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อนุมัติตามความเสี่ยง (Governance)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95528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เกณฑ์มาร์จิ้น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มาร์จิ้นสูง → ผู้อนุมัติ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ระดับต้น</a:t>
            </a:r>
          </a:p>
          <a:p>
            <a:pPr marL="0" indent="0">
              <a:buNone/>
            </a:pP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มาร์</a:t>
            </a: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จิ้นต่ำ → ยกระดับผู้อนุมัติ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3637026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เกณฑ์วงเงิน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026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วงเงินสูงยกระดับผู้อนุมัติอัตโนมัติ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6231636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6478524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ทบทวนก่อนส่ง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8524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ดูใบประเมินต้นทุนเต็มหน้าแล้วค่อยส่งขออนุมัติ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3134" y="1645920"/>
            <a:ext cx="2567178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9073134" y="1645920"/>
            <a:ext cx="64008" cy="219456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9320022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ลายเซ็น 4 ระดับ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0022" y="2304288"/>
            <a:ext cx="2109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Pre-Sales → Sales → C-Level → CEO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ทุกใบมีการบันทึกผู้ขอ/มาร์จิ้น/วงเงิน — ตรวจย้อนหลังได้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ความแม่นยำ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</a:t>
            </a:r>
            <a:r>
              <a:rPr lang="en-US" sz="2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ถูกต้องตาม</a:t>
            </a:r>
            <a:r>
              <a:rPr lang="th-TH" sz="2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แบบคำนวณปัจจุบัน (</a:t>
            </a:r>
            <a:r>
              <a:rPr lang="en-US" sz="2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</a:t>
            </a:r>
            <a:r>
              <a:rPr lang="th-TH" sz="2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62956" cy="5486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Tier-1 — โครงสร้างต้นทุน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ค่าดำเนินการ (OPR) 13 รายการครบ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Bonds = ค่าธรรมเนียมธนาคาร (ไม่ใช่ % รายได้)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ค่าการตลาด / ใบอนุญาต / Overhead หลายระดับ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VAT 7% และมูลค่าโครงการรวม VAT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6277356" y="1554480"/>
            <a:ext cx="5362956" cy="548640"/>
          </a:xfrm>
          <a:prstGeom prst="rect">
            <a:avLst/>
          </a:prstGeom>
          <a:solidFill>
            <a:srgbClr val="16284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6460236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Tier-2 — มูลค่าตามเวลา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05956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กระแสเงินสดรายเดือนแบบคิดลด (Discounted CF)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กำไรสุทธิ (NPV) และมาร์จิ้นสุทธิ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ระยะคืนทุน (Payback) เป็นเดือน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อัตราคิดลดปรับได้ (ค่าเริ่ม 6%/ปี)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ข้อมูลอ้างอิง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ศูนย์กลางข้อมูลที่เชื่อถือได้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4344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008" cy="23774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อัตราแลกเปลี่ยน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95728"/>
            <a:ext cx="3057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FX ตามช่วง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วันที่มีผ</a:t>
            </a:r>
            <a:r>
              <a:rPr lang="th-TH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 เพื่อ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</a:t>
            </a:r>
            <a:r>
              <a:rPr lang="th-TH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อัตโนมัติ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7304" y="1737360"/>
            <a:ext cx="3514344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4337304" y="1737360"/>
            <a:ext cx="64008" cy="23774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4584192" y="193852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แคตตาล็อกสินค้า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84192" y="2395728"/>
            <a:ext cx="3057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ค้นหาสินค้า/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 </a:t>
            </a:r>
            <a:r>
              <a:rPr lang="th-TH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กรอกใน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BOQ ได้ทันที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5968" y="1737360"/>
            <a:ext cx="3514344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8125968" y="1737360"/>
            <a:ext cx="64008" cy="23774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8372856" y="193852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เลขที่อัตโนมัติ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72856" y="2395728"/>
            <a:ext cx="3057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ออกเลขใบประเมิน/ใบเสนอราคาให้เอง ไม่ซ้ำ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ตัวชี้วัด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ที่ผู้บริหารเห็นทุกใบ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TCV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มูลค่ารวมสัญญา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138" y="182880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3481578" y="202996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Net Margin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54730" y="278892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กำไรสุทธิ (NPV) 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82880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6323076" y="202996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Payback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96228" y="278892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ระยะคืนทุน (เดือน)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3134" y="182880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9164574" y="202996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Incl. VAT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37726" y="278892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มูลค่ารวมภาษี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เห็นพร้อมกัน</a:t>
            </a:r>
            <a:r>
              <a:rPr lang="en-US" sz="1300" i="1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บนหัว</a:t>
            </a:r>
            <a:r>
              <a:rPr lang="th-TH" sz="1300" i="1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เอกสารบน</a:t>
            </a:r>
            <a:r>
              <a:rPr lang="en-US" sz="1300" i="1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</a:t>
            </a: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 — ตัดสินใจอนุมัติได้ทันทีจากตัวเลขจริง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ก้าวต่อไป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 ที่แนะนำ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นำเข้าแคตตาล็อกสินค้าเต็มชุด (~6,200 รายการ)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ตั้งค่าโดเมนอีเมลสำหรับส่งใบเสนอราคาจริง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เชื่อมต่อ/ลงชื่อเข้าใช้ร่วมกับระบบ Compass (SSO)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ดึงรายชื่อผู้อนุมัติ/ผู้เซ็นจากระบบบุคคลโดยอัตโนมัติ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ขยายรายงานเชิงวิเคราะห์สำหรับผู้บริหาร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</a:t>
            </a:r>
            <a:r>
              <a:rPr lang="en-US" sz="2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</a:t>
            </a:r>
            <a:r>
              <a:rPr lang="th-TH" sz="2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4498"/>
            <a:ext cx="11091672" cy="3017520"/>
          </a:xfrm>
          <a:prstGeom prst="rect">
            <a:avLst/>
          </a:prstGeom>
          <a:solidFill>
            <a:srgbClr val="16284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ECS ช่วยให้</a:t>
            </a:r>
            <a:r>
              <a:rPr lang="en-US" sz="18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 Presales </a:t>
            </a: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เสนอราคาได้เร็วขึ้น ถูกต้องขึ้น และควบคุมได้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สิ่งที่ขอ: </a:t>
            </a: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อนุมัติใช้งานจริงในทีม + งบตั้งค่าอีเมล/นำเข้าข้อมูล + มอบหมายผู้ดูแลข้อมูลอ้างอิง (อัตราแลกเปลี่ยน/แคตตาล็อก)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EstiMate Compass (ECS) · มุมมองผู้บริหาร · 1-TO-ALL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846</Words>
  <Application>Microsoft Office PowerPoint</Application>
  <PresentationFormat>Widescreen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EstiMate Compass - Executive</dc:title>
  <dc:subject>PptxGenJS Presentation</dc:subject>
  <dc:creator>1-TO-ALL</dc:creator>
  <cp:lastModifiedBy>Noppadol Sanmaneechai (Neung)</cp:lastModifiedBy>
  <cp:revision>4</cp:revision>
  <dcterms:created xsi:type="dcterms:W3CDTF">2026-06-22T02:31:06Z</dcterms:created>
  <dcterms:modified xsi:type="dcterms:W3CDTF">2026-06-22T02:41:11Z</dcterms:modified>
</cp:coreProperties>
</file>